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B49DF"/>
                </a:solidFill>
              </a:defRPr>
            </a:pPr>
            <a:r>
              <a:t>做量子计算的人，日常到底在研究什么？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D3748"/>
                </a:solidFill>
              </a:defRPr>
            </a:pPr>
            <a:r>
              <a:t>从训练体系到技术路线的深度访谈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4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科研路径：氛围驱动而非规划驱动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瑞士科研训练的'硬核'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欧洲实验室的真实节奏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Transmon vs Fluxonium 技术对比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泡沫与真实进展并存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给年轻人的建议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4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借鉴点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口试训练法 → 自进化系统的 review 机制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组会信息同步模式 → Agent 团队协作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边界感哲学 → 系统资源管理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底层指标 &gt; 新闻热度 → 系统自检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4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启发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'脱一层皮'的课程设计 → Skill 训练体系难度梯度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灵感常在远离工作台时产生 → Periodic Nudge 机制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小而全的瑞士模式 → Agent 团队 5 角色各司其职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4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预判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超导量子计算 → 2026-2027 从'能不能做'转向'纠错工程化'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量子商业化 → 率先商业化的不是整机而是测控电子学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Agent 系统 → 底层能力比上层噱头更重要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